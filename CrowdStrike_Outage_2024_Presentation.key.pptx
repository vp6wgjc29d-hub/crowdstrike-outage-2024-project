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7" Type="http://schemas.openxmlformats.org/officeDocument/2006/relationships/image" Target="../media/image2.png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7" Type="http://schemas.openxmlformats.org/officeDocument/2006/relationships/image" Target="../media/image2.png"/><Relationship Id="rId2" Type="http://schemas.microsoft.com/office/2007/relationships/media" Target="../media/media6.m4a"/><Relationship Id="rId1" Type="http://schemas.openxmlformats.org/officeDocument/2006/relationships/tags" Target="../tags/tag5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media9.m4a"/><Relationship Id="rId7" Type="http://schemas.openxmlformats.org/officeDocument/2006/relationships/image" Target="../media/image2.png"/><Relationship Id="rId2" Type="http://schemas.microsoft.com/office/2007/relationships/media" Target="../media/media9.m4a"/><Relationship Id="rId1" Type="http://schemas.openxmlformats.org/officeDocument/2006/relationships/tags" Target="../tags/tag6.xml"/><Relationship Id="rId6" Type="http://schemas.openxmlformats.org/officeDocument/2006/relationships/image" Target="../media/image4.jpeg"/><Relationship Id="rId5" Type="http://schemas.openxmlformats.org/officeDocument/2006/relationships/image" Target="../media/image6.jpe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0.m4a"/><Relationship Id="rId2" Type="http://schemas.microsoft.com/office/2007/relationships/media" Target="../media/media10.m4a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image" Target="../media/image9.jpe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71597"/>
            <a:ext cx="18288000" cy="12070080"/>
          </a:xfrm>
          <a:custGeom>
            <a:avLst/>
            <a:gdLst/>
            <a:ahLst/>
            <a:cxnLst/>
            <a:rect l="l" t="t" r="r" b="b"/>
            <a:pathLst>
              <a:path w="18288000" h="12070080">
                <a:moveTo>
                  <a:pt x="0" y="0"/>
                </a:moveTo>
                <a:lnTo>
                  <a:pt x="18288000" y="0"/>
                </a:lnTo>
                <a:lnTo>
                  <a:pt x="18288000" y="12070080"/>
                </a:lnTo>
                <a:lnTo>
                  <a:pt x="0" y="12070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4972" y="1274797"/>
            <a:ext cx="16607676" cy="211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926"/>
              </a:lnSpc>
            </a:pPr>
            <a:r>
              <a:rPr lang="en-US" sz="6605" b="1">
                <a:solidFill>
                  <a:srgbClr val="0A1C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CrowdStrike Outage 2024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31306" y="3410007"/>
            <a:ext cx="15234999" cy="13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323"/>
              </a:lnSpc>
            </a:pPr>
            <a:r>
              <a:rPr lang="en-US" sz="3602">
                <a:solidFill>
                  <a:srgbClr val="CC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Largest IT Outage in History - 8.5 Million Devices Crashed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17649" y="5593975"/>
            <a:ext cx="15234999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2"/>
              </a:lnSpc>
            </a:pPr>
            <a:r>
              <a:rPr lang="en-US" sz="3402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PRASHANTI AND  JASMEEN STUDENT OF COMPUTER PROGRAMMING IN FALL 2026</a:t>
            </a:r>
          </a:p>
          <a:p>
            <a:pPr algn="ctr">
              <a:lnSpc>
                <a:spcPts val="4082"/>
              </a:lnSpc>
            </a:pPr>
            <a:endParaRPr lang="en-US" sz="3402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049CBDAB-AD70-146F-0ED5-313816003F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447"/>
    </mc:Choice>
    <mc:Fallback>
      <p:transition spd="slow" advTm="254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342500"/>
            <a:ext cx="16995448" cy="808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 dirty="0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Happened? July 19, 2024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04:09 UTC - Global Outage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52249"/>
            <a:ext cx="7918771" cy="681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CrowdStrike is a cybersecurity company - Falcon sensor protects Windows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Faulty update: Channel File C-00000291*.sys with logic error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Pushed via CDN to millions of PCs in minutes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Only 78 minutes live, but caused global crash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Affected: Windows 10/11 with Falcon 7.11+ that were online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Safe: Mac, Linux, offline PCs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Result: Blue Screen of Death (BSOD) boot loop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608706" y="2745343"/>
            <a:ext cx="7549696" cy="5216157"/>
            <a:chOff x="0" y="0"/>
            <a:chExt cx="10066261" cy="69548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66274" cy="6954901"/>
            </a:xfrm>
            <a:custGeom>
              <a:avLst/>
              <a:gdLst/>
              <a:ahLst/>
              <a:cxnLst/>
              <a:rect l="l" t="t" r="r" b="b"/>
              <a:pathLst>
                <a:path w="10066274" h="6954901">
                  <a:moveTo>
                    <a:pt x="0" y="0"/>
                  </a:moveTo>
                  <a:lnTo>
                    <a:pt x="10066274" y="0"/>
                  </a:lnTo>
                  <a:lnTo>
                    <a:pt x="10066274" y="6954901"/>
                  </a:lnTo>
                  <a:lnTo>
                    <a:pt x="0" y="695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414" r="-11414"/>
              </a:stretch>
            </a:blipFill>
          </p:spPr>
        </p:sp>
      </p:grp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9194A569-0319-5C68-4783-5628E6898463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4093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342500"/>
            <a:ext cx="16462048" cy="808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 dirty="0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Timeline of Outage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From Deployment to Fix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33199"/>
            <a:ext cx="16154800" cy="683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00:09 UTC - New template deployment started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04:09 UTC - BAD Channel File 291 pushed via CDN - Millions affected instantly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05:27 UTC - CrowdStrike reverted bad file, pushed GOOD file C-00000291*.sys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05:36 UTC - Issue identified in EU &amp; US, workaround published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06:00+ UTC - IT teams worldwide start manual fixes - Safe Mode + Delete file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July 20-29 - 97% to 99% sensors fixed, but airlines/hospitals took days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Key lesson: Fast deployment without staged rollout caused disaster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291ADC1-40DE-8358-3E1E-D01AD048637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3583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Global Impact - Real Airport Chaos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Media: airport.jpg from our repo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86333" y="2470814"/>
            <a:ext cx="9608706" cy="7137892"/>
            <a:chOff x="0" y="0"/>
            <a:chExt cx="12811608" cy="95171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11633" cy="9517253"/>
            </a:xfrm>
            <a:custGeom>
              <a:avLst/>
              <a:gdLst/>
              <a:ahLst/>
              <a:cxnLst/>
              <a:rect l="l" t="t" r="r" b="b"/>
              <a:pathLst>
                <a:path w="12811633" h="9517253">
                  <a:moveTo>
                    <a:pt x="0" y="0"/>
                  </a:moveTo>
                  <a:lnTo>
                    <a:pt x="12811633" y="0"/>
                  </a:lnTo>
                  <a:lnTo>
                    <a:pt x="12811633" y="9517253"/>
                  </a:lnTo>
                  <a:lnTo>
                    <a:pt x="0" y="951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14" r="-57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140011" y="2468185"/>
            <a:ext cx="6546094" cy="750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8.5 Million Windows devices crashed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Airlines: Delta, United, American, WestJet - Pearson Toronto affected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Flights: 5000+ cancelled, departure boards showed CANCELLED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Hospitals: Surgeries delayed, ER systems down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Banks: Payments, ATMs down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Emergency: 911 services disrupted in US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Retail, Logistics, Media all hit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Loss: Estimated $5.4 Billion USD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Biggest IT outage in history!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6279F34D-4083-717B-9C5B-24482B0AFA7E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4276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 dirty="0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Root Cause - Channel File 291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C-00000291*.sys - Logic Error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42724"/>
            <a:ext cx="16154800" cy="682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Falcon sensor uses Channel Files to check named pipes (malware technique)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Channel File 291 delivers template for that check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Faulty file had 21 fields, code expected 20 parameters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Caused Out-of-bounds memory read -&gt; Crash in csagent.sys driver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Stop code: SYSTEM_THREAD_EXCEPTION_NOT_HANDLED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failed: csagent.sys (CrowdStrike Falcon Sensor)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Location: C:\Windows\System32\drivers\CrowdStrike\C-00000291*.sys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Only Windows affected - Driver level bug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0C29AD4-086B-1BCE-67C6-4B90C5C1534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5071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Blue Screen of Death - BSOD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Media: bsod.png from our repo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86333" y="2470814"/>
            <a:ext cx="8922372" cy="6863363"/>
            <a:chOff x="0" y="0"/>
            <a:chExt cx="11896496" cy="9151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96471" cy="9151112"/>
            </a:xfrm>
            <a:custGeom>
              <a:avLst/>
              <a:gdLst/>
              <a:ahLst/>
              <a:cxnLst/>
              <a:rect l="l" t="t" r="r" b="b"/>
              <a:pathLst>
                <a:path w="11896471" h="9151112">
                  <a:moveTo>
                    <a:pt x="0" y="0"/>
                  </a:moveTo>
                  <a:lnTo>
                    <a:pt x="11896471" y="0"/>
                  </a:lnTo>
                  <a:lnTo>
                    <a:pt x="11896471" y="9151112"/>
                  </a:lnTo>
                  <a:lnTo>
                    <a:pt x="0" y="9151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8376" r="-1837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453678" y="2468185"/>
            <a:ext cx="6957898" cy="682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Screen: Your device ran into a problem and needs to restart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Sad face :(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64% complete collecting error info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Stop code: SYSTEM_THREAD_EXCEPTION_NOT_HANDLED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What failed: csagent.sys (CrowdStrike Falcon Sensor)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Channel File 291 triggered out-of-bounds read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QR code links to windows.com/stopcode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PC stuck in boot loop - Could not boot normally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Required Safe Mode to delete bad file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AFDC8659-A20C-87BA-2A0E-B85C057FD16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3269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 Steps - Manual Recovery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IT teams fixed 8.5M PCs one by 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42724"/>
            <a:ext cx="16154800" cy="682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1: Boot into Safe Mode or Windows Recovery Environment (WinRE)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2: Navigate to C:\Windows\System32\drivers\CrowdStrike\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3: Find file C-00000291*.sys (bad channel file)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4: Delete the file - Right-click -&gt; Delete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STEP 5: Reboot normally - PC should boot!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If BitLocker enabled - Need recovery key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Cloud PCs - Azure, AWS had to do same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CrowdStrike pushed GOOD file at 05:27 UTC but manual delete needed for crashed PCs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Took 2-5 days for large orgs to fix all PCs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04B1C18F-1D99-3FB9-AE0F-782D4E3685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p:transition advTm="4637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Prevention &amp; Lessons Learned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How CrowdStrike Changed Process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42724"/>
            <a:ext cx="16154800" cy="682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Enhanced Testing: Added content validator, template type checks, stress tests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Staged Deployment: No more global push at once - Rollout in phases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Faster Rollback: Ability to revert in minutes not hours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Customer Control: Customers can choose when/which updates - N-1 support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Better Monitoring: Real-time sensor health monitoring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External Review: Third-party code review for channel files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Lesson: Single config file can paralyze world - Importance of testing!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Industry Lesson: Don't deploy Friday, have offline recovery plan, backup comms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07C9E0E-1D01-2179-A995-9612F1BC5D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p:transition advTm="4390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5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GitHub Project Structure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vp6wgjc29d-hub/crowdstrike-outage-2024-project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33199"/>
            <a:ext cx="7918771" cy="683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docs/notes.md - Detailed timeline &amp; research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script/script.md - Video presentation script (Jasmeen + Prashanthi lines clear)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slides/jasmeen-slides.md - Slides 6-10 content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slides/prashanthi-slides.md - Slides 1-5 content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media/bsod.png - Real BSOD error (161KB)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media/airport.jpg - Real airport chaos (356KB)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presentation.pptx - This deck (10 slides)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README.md - Project overview + contributions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10+ commits, 2 contributors, all tracked!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608706" y="2745343"/>
            <a:ext cx="3431677" cy="2196274"/>
            <a:chOff x="0" y="0"/>
            <a:chExt cx="4575569" cy="29283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5556" cy="2928366"/>
            </a:xfrm>
            <a:custGeom>
              <a:avLst/>
              <a:gdLst/>
              <a:ahLst/>
              <a:cxnLst/>
              <a:rect l="l" t="t" r="r" b="b"/>
              <a:pathLst>
                <a:path w="4575556" h="2928366">
                  <a:moveTo>
                    <a:pt x="0" y="0"/>
                  </a:moveTo>
                  <a:lnTo>
                    <a:pt x="4575556" y="0"/>
                  </a:lnTo>
                  <a:lnTo>
                    <a:pt x="4575556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83" b="-208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452186" y="2745343"/>
            <a:ext cx="3431677" cy="2196274"/>
            <a:chOff x="0" y="0"/>
            <a:chExt cx="4575569" cy="29283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5556" cy="2928366"/>
            </a:xfrm>
            <a:custGeom>
              <a:avLst/>
              <a:gdLst/>
              <a:ahLst/>
              <a:cxnLst/>
              <a:rect l="l" t="t" r="r" b="b"/>
              <a:pathLst>
                <a:path w="4575556" h="2928366">
                  <a:moveTo>
                    <a:pt x="0" y="0"/>
                  </a:moveTo>
                  <a:lnTo>
                    <a:pt x="4575556" y="0"/>
                  </a:lnTo>
                  <a:lnTo>
                    <a:pt x="4575556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888" r="-6889"/>
              </a:stretch>
            </a:blipFill>
          </p:spPr>
        </p:sp>
      </p:grp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429F4DE4-8D94-B0FA-439A-96EAE8CBD9E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4191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972" y="342900"/>
            <a:ext cx="16607676" cy="167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1">
                <a:solidFill>
                  <a:srgbClr val="0E23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&amp; Contributions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44972" y="1762801"/>
            <a:ext cx="16607676" cy="107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323232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You! Questions?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4972" y="2752249"/>
            <a:ext cx="16154800" cy="681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CrowdStrike outage July 19 2024 = Largest IT outage in history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Cause: Logic error in Channel File C-00000291*.sys - 21 fields vs 20 expected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78 min deployment -&gt; 8.5M Windows PCs BSOD -&gt; $5.4B loss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Fix: Safe Mode -&gt; Delete C-00000291*.sys -&gt; Reboot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Prevention: Staged rollout, content validator, customer control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Prashanthi: Media (real images), GitHub repo, Slides 1-5, README, Matrix fixes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Jasmeen: Research, Script content, Slides 6-10, Root cause analysis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GitHub: 10+ commits visible, 2 contributors, all files tracked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Next: Record 5-min video + YouTube link in README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12121"/>
                </a:solidFill>
                <a:latin typeface="Calibri (MS)"/>
                <a:ea typeface="Calibri (MS)"/>
                <a:cs typeface="Calibri (MS)"/>
                <a:sym typeface="Calibri (MS)"/>
              </a:rPr>
              <a:t>• Q&amp;A - Thank you!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157445E-B416-E42C-9E6E-C180E025EB4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59483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997</Words>
  <Application>Microsoft Office PowerPoint</Application>
  <PresentationFormat>Custom</PresentationFormat>
  <Paragraphs>97</Paragraphs>
  <Slides>10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(MS) Bold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CrowdStrike_Outage_2024_Presentation.key</dc:title>
  <dc:creator>HP</dc:creator>
  <cp:lastModifiedBy>jasmeen kaur</cp:lastModifiedBy>
  <cp:revision>3</cp:revision>
  <dcterms:created xsi:type="dcterms:W3CDTF">2006-08-16T00:00:00Z</dcterms:created>
  <dcterms:modified xsi:type="dcterms:W3CDTF">2026-10-16T14:08:59Z</dcterms:modified>
  <dc:identifier>DAHXhvU2NRY</dc:identifier>
</cp:coreProperties>
</file>